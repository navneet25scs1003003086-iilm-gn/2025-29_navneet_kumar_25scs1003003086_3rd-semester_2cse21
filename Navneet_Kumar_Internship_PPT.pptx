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56432" y="0"/>
            <a:ext cx="54864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411480"/>
            <a:ext cx="1188720" cy="1152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IILM University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" y="20848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B8C4"/>
                </a:solidFill>
              </a:rPr>
              <a:t>Greater Noida, U.P.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2468880"/>
            <a:ext cx="2743200" cy="36576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7160" y="2560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B8C0"/>
                </a:solidFill>
              </a:rPr>
              <a:t>School of Computer Science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4B8C0"/>
                </a:solidFill>
              </a:rPr>
              <a:t>&amp; Engineering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880" y="3200400"/>
            <a:ext cx="3108960" cy="292608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" y="32004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E4B"/>
                </a:solidFill>
              </a:rPr>
              <a:t>INTERNSHIP PRESENTATION  •  2026–27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137160" y="35661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B8C0"/>
                </a:solidFill>
              </a:rPr>
              <a:t>2nd Year, 3rd Semester  |  B.Tech CSE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37160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B8C4"/>
                </a:solidFill>
              </a:rPr>
              <a:t>Organisation: MARS Group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50292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AI-Assisted Marine Risk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Intelligence &amp;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Community Reporting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Platform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3749040" y="2697480"/>
            <a:ext cx="5029200" cy="457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2834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B"/>
                </a:solidFill>
              </a:rPr>
              <a:t>Student Name: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0" y="28346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NAVNEET KUMAR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3291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B"/>
                </a:solidFill>
              </a:rPr>
              <a:t>Roll Number: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32918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25SCS1003003086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3749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B"/>
                </a:solidFill>
              </a:rPr>
              <a:t>Program: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749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B.Tech CSE — Sem 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749040" y="4206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FDB"/>
                </a:solidFill>
              </a:rPr>
              <a:t>Organisation: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4206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MARS Group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Overview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2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E4B"/>
                </a:solidFill>
              </a:rPr>
              <a:t>What We Built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135331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A geospatial marine intelligence system that fuses satellite sea-surface temperature (SST) data, community-reported coastal incidents, and simulation tools to identify at-risk marine zones and support early environmental response — designed for use by NGOs, coastal authorities, and researchers.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4320" y="210312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103120"/>
            <a:ext cx="1993392" cy="347472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5760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Ingestion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2514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Satellite SST from NOAA, OISST, NCEI &amp; OceanSODA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+ Ocean chemistry (pH, salinity, CO₂)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450592" y="210312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50592" y="2103120"/>
            <a:ext cx="1993392" cy="34747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542032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SST Anomaly Engine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542032" y="2514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Anomaly = Current SST − Historical Mean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1991–2020 climatology baseline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26864" y="210312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2103120"/>
            <a:ext cx="1993392" cy="347472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18304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GIS Risk Mapping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718304" y="2514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QGIS + PostGIS spatial layers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IDW interpolation &amp; risk zone classification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03136" y="2103120"/>
            <a:ext cx="199339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03136" y="2103120"/>
            <a:ext cx="1993392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94576" y="2130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Community Platform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894576" y="2514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Field incident reporting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Auto-verified against computed risk zones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3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548640" cy="178308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15087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32688" y="10698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Rising Ocean Temperatures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1435608"/>
            <a:ext cx="34015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Sea-surface temperatures are increasing at unprecedented rates, causing mass coral bleaching, species migration, and habitat destruction across global marine ecosystems.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96012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09160" y="960120"/>
            <a:ext cx="548640" cy="178308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54880" y="15087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367528" y="10698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Data Accessibility Gap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367528" y="1435608"/>
            <a:ext cx="34015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Existing satellite monitoring systems require highly specialised expertise, leaving coastal communities and NGOs without actionable real-time intelligence.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29260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2926080"/>
            <a:ext cx="548640" cy="178308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040" y="34747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32688" y="30358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Fragmented Data Sources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932688" y="3401568"/>
            <a:ext cx="34015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Critical datasets (SST, pH, salinity, CO₂) exist in isolated silos with incompatible formats and coordinate conventions, making integrated analysis nearly impossible.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709160" y="292608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09160" y="2926080"/>
            <a:ext cx="548640" cy="178308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54880" y="34747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367528" y="303580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E4B"/>
                </a:solidFill>
              </a:rPr>
              <a:t>Delayed Environmental Response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5367528" y="3401568"/>
            <a:ext cx="34015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Without early warning tools, environmental agencies react after damage occurs rather than before, significantly reducing the effectiveness of conservation interventions.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Objectives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4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" y="103327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1A2E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04672" y="1124712"/>
            <a:ext cx="36576" cy="47548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10332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B"/>
                </a:solidFill>
              </a:rPr>
              <a:t>Ingest &amp; process satellite SST data from NOAA, OISST, NCEI, and OceanSODA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192024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5760" y="199339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1A2E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04672" y="2084832"/>
            <a:ext cx="36576" cy="47548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19933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B"/>
                </a:solidFill>
              </a:rPr>
              <a:t>Compute SST anomalies against a 1991–2020 historical climatology baseline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88036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" y="295351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1A2E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04672" y="3044952"/>
            <a:ext cx="36576" cy="47548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2688" y="29535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B"/>
                </a:solidFill>
              </a:rPr>
              <a:t>Render interactive GIS layers: SST values, anomaly maps, and risk zones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3840480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" y="39136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1A2E"/>
                </a:solidFill>
              </a:rPr>
              <a:t>04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804672" y="4005072"/>
            <a:ext cx="36576" cy="47548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32688" y="39136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B"/>
                </a:solidFill>
              </a:rPr>
              <a:t>Simulate marine heatwave spread and spatial impact for decision-makers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54880" y="96012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846320" y="103327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1A2E"/>
                </a:solidFill>
              </a:rPr>
              <a:t>05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285232" y="1124712"/>
            <a:ext cx="36576" cy="47548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13248" y="10332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B"/>
                </a:solidFill>
              </a:rPr>
              <a:t>Enable community reporting of coastal pollution with automated risk-zone verification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54880" y="19202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46320" y="199339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1A2E"/>
                </a:solidFill>
              </a:rPr>
              <a:t>06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285232" y="2084832"/>
            <a:ext cx="36576" cy="47548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13248" y="199339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B"/>
                </a:solidFill>
              </a:rPr>
              <a:t>Build a multi-parameter risk model integrating SST anomaly, pH, salinity, and CO₂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754880" y="288036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846320" y="295351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1A2E"/>
                </a:solidFill>
              </a:rPr>
              <a:t>07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5285232" y="3044952"/>
            <a:ext cx="36576" cy="47548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13248" y="295351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E4B"/>
                </a:solidFill>
              </a:rPr>
              <a:t>Deliver an interactive dashboard for NGOs &amp; coastal environmental authorities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Technologies &amp; Tools Used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4206240" cy="32004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4048" y="996696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Processing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84048" y="1325880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</a:rPr>
              <a:t>Python · Pandas · NumPy · Xarray · NetCDF · CSV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9160" y="960120"/>
            <a:ext cx="4206240" cy="32004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18888" y="996696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Geospatial Analysis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818888" y="1325880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</a:rPr>
              <a:t>QGIS (EPSG:4326) · IDW Interpolation · PostGIS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2860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4320" y="2286000"/>
            <a:ext cx="4206240" cy="32004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4048" y="2322576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Database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84048" y="2651760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</a:rPr>
              <a:t>PostgreSQL · PostGIS · pgAdmin · Prisma ORM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09160" y="228600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09160" y="2286000"/>
            <a:ext cx="4206240" cy="3200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18888" y="2322576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4818888" y="2651760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</a:rPr>
              <a:t>Node.js · REST API · Python–PostgreSQL Pipeline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6118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3611880"/>
            <a:ext cx="42062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84048" y="3648456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/ Dashboard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384048" y="3977640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</a:rPr>
              <a:t>Streamlit · Plotly Express · Responsive Web Design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3611880"/>
            <a:ext cx="42062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3611880"/>
            <a:ext cx="4206240" cy="320040"/>
          </a:xfrm>
          <a:prstGeom prst="rect">
            <a:avLst/>
          </a:prstGeom>
          <a:solidFill>
            <a:srgbClr val="0D6EAE"/>
          </a:solidFill>
          <a:ln w="12700">
            <a:solidFill>
              <a:srgbClr val="0D6EA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818888" y="3648456"/>
            <a:ext cx="3986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Sources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4818888" y="3977640"/>
            <a:ext cx="3986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5A80"/>
                </a:solidFill>
              </a:rPr>
              <a:t>NOAA · OISST · NCEI · OceanSODA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My Role &amp; Responsibilities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Primary Role:  DATA COLLECTOR &amp; HANDLER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157276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572768"/>
            <a:ext cx="54864" cy="9601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9768" y="1636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Data Collection &amp; Research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29768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5A80"/>
                </a:solidFill>
              </a:rPr>
              <a:t>Identified &amp; compared NOAA, OISST, NCEI &amp; OceanSODA satellite datasets by resolution, coverage, and quality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4709160" y="157276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09160" y="1572768"/>
            <a:ext cx="54864" cy="9601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64608" y="16367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Data Cleaning &amp; Validation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4864608" y="19202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5A80"/>
                </a:solidFill>
              </a:rPr>
              <a:t>Removed duplicates, missing values &amp; invalid coordinates; standardised formats across all heterogeneous sources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274320" y="2651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4320" y="2651760"/>
            <a:ext cx="54864" cy="9601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9768" y="2715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SST Anomaly Computation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29768" y="29992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5A80"/>
                </a:solidFill>
              </a:rPr>
              <a:t>Implemented anomaly formula (Current SST − Historical Mean) and validated against NOAA reference maps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651760"/>
            <a:ext cx="54864" cy="9601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64608" y="27157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Geospatial Optimisation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4864608" y="29992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5A80"/>
                </a:solidFill>
              </a:rPr>
              <a:t>Resolved longitude bug (0–360° → −180°/+180°); aggregated 0.25° to 10° grid for GIS performance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274320" y="373075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74320" y="3730752"/>
            <a:ext cx="54864" cy="9601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29768" y="3794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Ocean Chemistry Integration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429768" y="4078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5A80"/>
                </a:solidFill>
              </a:rPr>
              <a:t>Processed pH, salinity, CO₂ parameters and integrated them into a multi-parameter marine risk framework</a:t>
            </a:r>
            <a:endParaRPr lang="en-US" sz="880" dirty="0"/>
          </a:p>
        </p:txBody>
      </p:sp>
      <p:sp>
        <p:nvSpPr>
          <p:cNvPr id="31" name="Shape 28"/>
          <p:cNvSpPr/>
          <p:nvPr/>
        </p:nvSpPr>
        <p:spPr>
          <a:xfrm>
            <a:off x="4709160" y="373075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709160" y="3730752"/>
            <a:ext cx="54864" cy="9601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864608" y="3794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Cross-Functional Coordination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864608" y="4078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3D5A80"/>
                </a:solidFill>
              </a:rPr>
              <a:t>Collaborated across 8-member team: GIS, DB, Backend &amp; Frontend engineers, plus comprehensive documentation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Methodology — 8-Step Pipeline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7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60120"/>
            <a:ext cx="2011680" cy="3657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" y="1005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84048" y="13716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Data Collection &amp; Research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04288" y="1600200"/>
            <a:ext cx="128016" cy="411480"/>
          </a:xfrm>
          <a:prstGeom prst="right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50592" y="960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50592" y="960120"/>
            <a:ext cx="201168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523744" y="1005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13716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Data Cleaning &amp; QA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480560" y="1600200"/>
            <a:ext cx="128016" cy="411480"/>
          </a:xfrm>
          <a:prstGeom prst="right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6864" y="960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960120"/>
            <a:ext cx="2011680" cy="3657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00016" y="1005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4736592" y="13716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Coordinate Normalisation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656832" y="1600200"/>
            <a:ext cx="128016" cy="411480"/>
          </a:xfrm>
          <a:prstGeom prst="right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03136" y="960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03136" y="960120"/>
            <a:ext cx="201168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76288" y="1005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912864" y="137160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SST Anomaly Computation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" y="288036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" y="2880360"/>
            <a:ext cx="2011680" cy="3657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7472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384048" y="3291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Multi-Parameter Risk Framework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2304288" y="3520440"/>
            <a:ext cx="128016" cy="411480"/>
          </a:xfrm>
          <a:prstGeom prst="right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450592" y="288036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450592" y="2880360"/>
            <a:ext cx="201168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523744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2560320" y="3291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Geospatial Optimisation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480560" y="3520440"/>
            <a:ext cx="128016" cy="411480"/>
          </a:xfrm>
          <a:prstGeom prst="right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26864" y="288036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880360"/>
            <a:ext cx="2011680" cy="3657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700016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4736592" y="3291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Backend Integration &amp; Testing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656832" y="3520440"/>
            <a:ext cx="128016" cy="411480"/>
          </a:xfrm>
          <a:prstGeom prst="right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803136" y="288036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803136" y="2880360"/>
            <a:ext cx="201168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876288" y="2926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6912864" y="3291840"/>
            <a:ext cx="1810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Dashboard Support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Contributions &amp; Challenges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8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914400"/>
            <a:ext cx="4206240" cy="3657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Contributions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1480" y="1463040"/>
            <a:ext cx="201168" cy="20116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1426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713232" y="1371600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Built the foundational SST &amp; ocean-chemistry dataset relied on by every downstream module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11480" y="2121408"/>
            <a:ext cx="201168" cy="20116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20848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2029968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Resolved critical longitude convention bug (0–360° → −180°/+180°) for all GIS coordinate work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1480" y="2779776"/>
            <a:ext cx="201168" cy="20116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1480" y="2743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" y="2688336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Designed the multi-parameter marine risk framework grounded in peer-reviewed literature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1480" y="3438144"/>
            <a:ext cx="201168" cy="20116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11480" y="3401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713232" y="3346704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Served as cross-functional bridge between data science and engineering teams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4096512"/>
            <a:ext cx="201168" cy="20116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11480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713232" y="4005072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Delivered comprehensive documentation enabling future pipeline maintenance &amp; scalability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4632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Challenges &amp; Solutions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773168" y="1371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A2E"/>
                </a:solidFill>
              </a:rPr>
              <a:t>⚠  Longitude Mismatch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4773168" y="16459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→  Transform rule: IF Long &gt; 180, Long − 360, verified against NOAA maps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73168" y="2139696"/>
            <a:ext cx="393192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73168" y="2212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A2E"/>
                </a:solidFill>
              </a:rPr>
              <a:t>⚠  Over-Cleaning Risk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4773168" y="2487168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→  Incremental cleaning with team review of statistically uncommon but valid readings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73168" y="2980944"/>
            <a:ext cx="393192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73168" y="30540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A2E"/>
                </a:solidFill>
              </a:rPr>
              <a:t>⚠  Grid Resolution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773168" y="3328416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→  Tested 1°, 5°, 10° — selected 10° optimal balance of accuracy &amp; performance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773168" y="3822192"/>
            <a:ext cx="393192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773168" y="38953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A2E"/>
                </a:solidFill>
              </a:rPr>
              <a:t>⚠  Multi-Parameter Model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4773168" y="4169664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D5A80"/>
                </a:solidFill>
              </a:rPr>
              <a:t>→  Literature review — model grounded only in scientifically supported relationships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 Architecture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9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8595360" cy="658368"/>
          </a:xfrm>
          <a:prstGeom prst="rect">
            <a:avLst/>
          </a:prstGeom>
          <a:solidFill>
            <a:srgbClr val="0D6EAE"/>
          </a:solidFill>
          <a:ln w="12700">
            <a:solidFill>
              <a:srgbClr val="0D6E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9601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  Data Ingestion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749040" y="96012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NOAA · OISST · NCEI · OceanSODA (NetCDF / CSV)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434840" y="1618488"/>
            <a:ext cx="274320" cy="109728"/>
          </a:xfrm>
          <a:prstGeom prst="down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1755648"/>
            <a:ext cx="8321040" cy="658368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17556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 Data Processing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886200" y="1755648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Python — Pandas · NumPy · Xarray · Anomaly Engine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34840" y="2414016"/>
            <a:ext cx="274320" cy="109728"/>
          </a:xfrm>
          <a:prstGeom prst="down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551176"/>
            <a:ext cx="8046720" cy="65836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255117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 Geospatial Layer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023360" y="2551176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QGIS · PostGIS · IDW Interpolation · WGS 84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434840" y="3209544"/>
            <a:ext cx="274320" cy="109728"/>
          </a:xfrm>
          <a:prstGeom prst="down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3346704"/>
            <a:ext cx="7772400" cy="6583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334670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 Backend / API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160520" y="334670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Node.js · REST API · PostgreSQL / PostGIS · Prisma ORM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434840" y="4005072"/>
            <a:ext cx="274320" cy="109728"/>
          </a:xfrm>
          <a:prstGeom prst="downArrow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" y="4142232"/>
            <a:ext cx="7498080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0120" y="414223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  Presentation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297680" y="41422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E0E0"/>
                </a:solidFill>
              </a:rPr>
              <a:t>Streamlit Dashboard · Plotly Express · Community Reports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73152"/>
            <a:ext cx="676656" cy="658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45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Learning Outcomes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4846320"/>
            <a:ext cx="78638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BFDB"/>
                </a:solidFill>
              </a:rPr>
              <a:t>AI-Assisted Marine Risk Intelligence &amp; Community Reporting Platform  |  NAVNEET KUMAR  |  IILM University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846320"/>
            <a:ext cx="731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8962E"/>
                </a:solidFill>
              </a:rPr>
              <a:t>10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4048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84048" y="1508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Data Quality is Foundational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" y="1874520"/>
            <a:ext cx="2377440" cy="36576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" y="196596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D5A80"/>
                </a:solidFill>
              </a:rPr>
              <a:t>Every downstream module depended on clean, validated data. Poor quality would have cascaded across the entire platform.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9184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1508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Communication is Critical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91840" y="1874520"/>
            <a:ext cx="2377440" cy="36576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291840" y="196596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D5A80"/>
                </a:solidFill>
              </a:rPr>
              <a:t>Working across 8 specialisations required clear documentation, early coordination, and translating technical decisions clearly.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089904" y="96012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99632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6199632" y="150876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Science Matters in Engineering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99632" y="1874520"/>
            <a:ext cx="2377440" cy="36576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99632" y="196596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D5A80"/>
                </a:solidFill>
              </a:rPr>
              <a:t>Grounding the risk framework in peer-reviewed marine literature made outputs more robust and scientifically credible.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84048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384048" y="3429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Iteration is Essential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84048" y="3794760"/>
            <a:ext cx="2377440" cy="36576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4048" y="388620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D5A80"/>
                </a:solidFill>
              </a:rPr>
              <a:t>Best results emerged through testing, validation, and refinement — not from getting everything right on the first attempt.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3182112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29184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🌊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291840" y="3429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Real-World Impact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291840" y="3794760"/>
            <a:ext cx="2377440" cy="36576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291840" y="388620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D5A80"/>
                </a:solidFill>
              </a:rPr>
              <a:t>Building tools for NGOs to monitor ocean health and respond to marine crises made the technical work deeply meaningful.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089904" y="2880360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9963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36" name="Text 33"/>
          <p:cNvSpPr txBox="1"/>
          <p:nvPr/>
        </p:nvSpPr>
        <p:spPr>
          <a:xfrm>
            <a:off x="6199632" y="342900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E4B"/>
                </a:solidFill>
              </a:rPr>
              <a:t>End-to-End Pipeline Thinking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199632" y="3794760"/>
            <a:ext cx="2377440" cy="36576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99632" y="3886200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D5A80"/>
                </a:solidFill>
              </a:rPr>
              <a:t>Designing for scalability, reproducibility, and handoff — not just correctness — is what makes production-quality software.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7B1A2E"/>
          </a:solidFill>
          <a:ln w="12700">
            <a:solidFill>
              <a:srgbClr val="7B1A2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65760"/>
            <a:ext cx="1463040" cy="1426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IILM University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2359152"/>
            <a:ext cx="2834640" cy="45720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" y="2450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B8C4"/>
                </a:solidFill>
              </a:rPr>
              <a:t>School of Computer Science &amp; Engineering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82880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4B8C0"/>
                </a:solidFill>
              </a:rPr>
              <a:t>B.Tech CSE  |  2nd Year, 3rd Sem  |  2026–27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5943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4389120" y="1371600"/>
            <a:ext cx="4206240" cy="54864"/>
          </a:xfrm>
          <a:prstGeom prst="rect">
            <a:avLst/>
          </a:prstGeom>
          <a:solidFill>
            <a:srgbClr val="C8962E"/>
          </a:solidFill>
          <a:ln w="12700">
            <a:solidFill>
              <a:srgbClr val="C896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89120" y="15087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BFDB"/>
                </a:solidFill>
              </a:rPr>
              <a:t>This 45-day internship delivered a production-ready geospatial marine intelligence platform — from raw satellite telemetry to an interactive risk dashboard — demonstrating the real-world power of data science in environmental conservation.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288036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62E"/>
                </a:solidFill>
              </a:rPr>
              <a:t>NAVNEET KUMAR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326440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DB"/>
                </a:solidFill>
              </a:rPr>
              <a:t>Roll No: 25SCS1003003086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364845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FDB"/>
                </a:solidFill>
              </a:rPr>
              <a:t>Organisation: MARS Group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41605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Questions Welcome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2026-09-08T05:17:41Z</dcterms:created>
  <dcterms:modified xsi:type="dcterms:W3CDTF">2026-09-08T05:17:41Z</dcterms:modified>
</cp:coreProperties>
</file>